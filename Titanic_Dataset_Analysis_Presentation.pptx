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em Sree Malik" userId="c642a408f8207fac" providerId="LiveId" clId="{DB74F8DC-549A-4169-9776-53FC111E31BD}"/>
    <pc:docChg chg="modSld">
      <pc:chgData name="Sanem Sree Malik" userId="c642a408f8207fac" providerId="LiveId" clId="{DB74F8DC-549A-4169-9776-53FC111E31BD}" dt="2026-02-07T08:56:45.084" v="124" actId="20577"/>
      <pc:docMkLst>
        <pc:docMk/>
      </pc:docMkLst>
      <pc:sldChg chg="modSp mod">
        <pc:chgData name="Sanem Sree Malik" userId="c642a408f8207fac" providerId="LiveId" clId="{DB74F8DC-549A-4169-9776-53FC111E31BD}" dt="2026-02-07T08:56:45.084" v="124" actId="20577"/>
        <pc:sldMkLst>
          <pc:docMk/>
          <pc:sldMk cId="0" sldId="264"/>
        </pc:sldMkLst>
        <pc:spChg chg="mod">
          <ac:chgData name="Sanem Sree Malik" userId="c642a408f8207fac" providerId="LiveId" clId="{DB74F8DC-549A-4169-9776-53FC111E31BD}" dt="2026-02-07T08:56:45.084" v="124" actId="20577"/>
          <ac:spMkLst>
            <pc:docMk/>
            <pc:sldMk cId="0" sldId="264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Titanic Dataset Analysis using Python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Exploratory Data Analysis (EDA)</a:t>
            </a:r>
          </a:p>
          <a:p>
            <a:r>
              <a:rPr dirty="0">
                <a:solidFill>
                  <a:srgbClr val="FF0000"/>
                </a:solidFill>
              </a:rPr>
              <a:t>Using Pandas, NumPy, Matplotlib, Seaborn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the Titanic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Famous dataset from Kaggle</a:t>
            </a:r>
          </a:p>
          <a:p>
            <a:r>
              <a:t>Contains information about Titanic passengers</a:t>
            </a:r>
          </a:p>
          <a:p>
            <a:r>
              <a:t>Objective: Predict survival based on features</a:t>
            </a:r>
          </a:p>
          <a:p>
            <a:r>
              <a:t>Used for data analysis and machine learning practice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PassengerId</a:t>
            </a:r>
            <a:r>
              <a:rPr dirty="0"/>
              <a:t> – Unique ID</a:t>
            </a:r>
          </a:p>
          <a:p>
            <a:r>
              <a:rPr dirty="0"/>
              <a:t>Survived – 0 = No, 1 = Yes</a:t>
            </a:r>
          </a:p>
          <a:p>
            <a:r>
              <a:rPr dirty="0" err="1"/>
              <a:t>Pclass</a:t>
            </a:r>
            <a:r>
              <a:rPr dirty="0"/>
              <a:t> – Ticket class (1,2,3)</a:t>
            </a:r>
          </a:p>
          <a:p>
            <a:r>
              <a:rPr dirty="0"/>
              <a:t>Name, Sex, Age</a:t>
            </a:r>
          </a:p>
          <a:p>
            <a:r>
              <a:rPr dirty="0" err="1"/>
              <a:t>SibSp</a:t>
            </a:r>
            <a:r>
              <a:rPr dirty="0"/>
              <a:t>, Parch – Family info</a:t>
            </a:r>
          </a:p>
          <a:p>
            <a:r>
              <a:rPr dirty="0"/>
              <a:t>Fare, Embarked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Libraries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Pandas – Data manipulation</a:t>
            </a:r>
          </a:p>
          <a:p>
            <a:r>
              <a:rPr lang="en-US" dirty="0"/>
              <a:t>Matplotlib – Data visualization</a:t>
            </a:r>
          </a:p>
          <a:p>
            <a:r>
              <a:rPr dirty="0"/>
              <a:t>Seaborn – Advanced plots</a:t>
            </a:r>
          </a:p>
          <a:p>
            <a:r>
              <a:rPr dirty="0"/>
              <a:t>Scikit-learn – ML models (optional)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Loading the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pandas library</a:t>
            </a:r>
          </a:p>
          <a:p>
            <a:r>
              <a:t>Use read_csv() to load data</a:t>
            </a:r>
          </a:p>
          <a:p>
            <a:r>
              <a:t>Check first few records using head()</a:t>
            </a:r>
          </a:p>
          <a:p>
            <a:r>
              <a:t>Use info() and describe() for summary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Handling missing values (Age, Cabin, Embarked)</a:t>
            </a:r>
          </a:p>
          <a:p>
            <a:r>
              <a:t>Dropping unnecessary columns</a:t>
            </a:r>
          </a:p>
          <a:p>
            <a:r>
              <a:t>Filling null values using mean/median/mode</a:t>
            </a:r>
          </a:p>
          <a:p>
            <a:r>
              <a:t>Checking duplicates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Understanding survival distribution</a:t>
            </a:r>
          </a:p>
          <a:p>
            <a:r>
              <a:rPr dirty="0"/>
              <a:t>Understanding numerical features</a:t>
            </a:r>
          </a:p>
          <a:p>
            <a:r>
              <a:rPr dirty="0"/>
              <a:t>Finding patterns and trends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Survival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More females survived than males</a:t>
            </a:r>
          </a:p>
          <a:p>
            <a:r>
              <a:t>Higher class passengers had higher survival rate</a:t>
            </a:r>
          </a:p>
          <a:p>
            <a:r>
              <a:t>Children had better survival chances</a:t>
            </a:r>
          </a:p>
          <a:p>
            <a:r>
              <a:t>Fare also affected survival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Count plot – Survival count</a:t>
            </a:r>
          </a:p>
          <a:p>
            <a:r>
              <a:rPr dirty="0"/>
              <a:t>Bar plot – Survival vs Gender</a:t>
            </a:r>
          </a:p>
          <a:p>
            <a:pPr marL="0" indent="0">
              <a:buNone/>
            </a:pPr>
            <a:r>
              <a:rPr lang="en-US" dirty="0"/>
              <a:t>    Bar  plot -</a:t>
            </a:r>
            <a:r>
              <a:rPr lang="en-IN" dirty="0"/>
              <a:t>Survival vs Passenger class</a:t>
            </a:r>
          </a:p>
          <a:p>
            <a:pPr marL="0" indent="0">
              <a:buNone/>
            </a:pPr>
            <a:r>
              <a:rPr lang="en-US" dirty="0"/>
              <a:t>    Bar plot - </a:t>
            </a:r>
            <a:r>
              <a:rPr lang="en-IN" dirty="0"/>
              <a:t>Survival vs Age group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EDA helps understand data clearly</a:t>
            </a:r>
          </a:p>
          <a:p>
            <a:r>
              <a:t>Gender and class were major survival factors</a:t>
            </a:r>
          </a:p>
          <a:p>
            <a:r>
              <a:t>Data preprocessing is crucial</a:t>
            </a:r>
          </a:p>
          <a:p>
            <a:r>
              <a:t>Titanic dataset is ideal for beginners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248</Words>
  <Application>Microsoft Office PowerPoint</Application>
  <PresentationFormat>On-screen Show (4:3)</PresentationFormat>
  <Paragraphs>49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Titanic Dataset Analysis using Python</vt:lpstr>
      <vt:lpstr>About the Titanic Dataset</vt:lpstr>
      <vt:lpstr>Dataset Features</vt:lpstr>
      <vt:lpstr>Python Libraries Used</vt:lpstr>
      <vt:lpstr>Loading the Dataset</vt:lpstr>
      <vt:lpstr>Data Cleaning</vt:lpstr>
      <vt:lpstr>Exploratory Data Analysis</vt:lpstr>
      <vt:lpstr>Survival Analysis</vt:lpstr>
      <vt:lpstr>Visualizations Used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Sanem Sree Malik</cp:lastModifiedBy>
  <cp:revision>2</cp:revision>
  <dcterms:created xsi:type="dcterms:W3CDTF">2013-01-27T09:14:16Z</dcterms:created>
  <dcterms:modified xsi:type="dcterms:W3CDTF">2026-02-07T08:57:43Z</dcterms:modified>
  <cp:category/>
</cp:coreProperties>
</file>